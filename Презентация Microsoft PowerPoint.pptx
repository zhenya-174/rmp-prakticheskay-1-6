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54" y="-4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6E5CDB2-83FE-4BF7-840F-3D990DC17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29C32B7F-8DA6-4E33-A622-EF3A62B4B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83F2B0E-A00E-4C4C-8970-DAE7E893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4D64692-3470-4DC0-B553-38249283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641E053-1C49-42EB-B03F-545F086F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45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000D08F-4962-4307-91F6-19C62BCF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B7D8DA6-7AC8-4607-9708-1D5667A4B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0B13BB7-3AAA-4B23-B214-7FC2AC73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D6D070A-9B5B-4D15-A9CE-5115A4FA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EE4AF72-130B-441E-AD13-1FDF2258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58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75D11C2-32F7-43DE-BAA0-ADF4F3EC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CAFA592-AF3E-4274-83C9-4E7EA3C68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E8D61F3-F7B1-4D0C-931E-382F1249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48D3CE4-7A4F-4651-BA8A-3535541A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DA5BDD5-409D-46BB-9157-1CE70439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08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231A037-BD7C-47F0-B78D-31060149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91B96E8-8FEC-4DB2-B21B-72230D5DC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DE9FFDC4-A806-4514-ACA9-333C8F45D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1B03A491-7517-4CF7-BDA6-45305382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795A49A-AD15-47EB-B37F-96EA8D3F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F14F11E-836E-49E4-B0AA-13F05E3E0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32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6D03895-A8EC-4DE0-91B1-5FE1B8EF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6DC6FC5-358C-4576-A380-3F60E339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6E871F5-48FC-4A1C-B1EB-4209D7C8D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24DE594C-5B08-4025-9040-A9957A94F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01CD26B7-013F-4BD8-B1C8-D7D66BFDE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EB54488D-2207-4B66-8A18-EA1F172A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3FAC4FF5-C8E4-4C1C-A613-2F398383C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E9A926C8-A431-49EF-9C42-CCC84BF1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62561E-3254-4B8F-900D-0BF2FD22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1AE3243-BB8D-4DC1-87B6-8EA6A33D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5B31FB7-325E-4D4B-AEF6-C193D6D0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29E2960-7BCA-466E-9374-7B62B1C5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0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6F7FEBBD-D60E-40EA-99A2-C911E61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CC2103B2-F077-4CDF-A095-3DEBF1D2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4CBE2134-E6C8-4695-897D-4FA7B61B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64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233CD63-99FC-4340-83B2-D7BB5CCD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3CE7D49-F3C2-4454-943A-B9E434D66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7BBF63F-FDFB-48EB-A18A-0991D2E5B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DDFE0F92-B3DA-46ED-87E7-5B49507A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B24D037E-D45C-4D76-88BD-B1261A2C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5ADA573-E237-4CA6-B8EC-176B492C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47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7C46BCE-3C84-491F-95C4-D98367CD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77603DFB-1949-45CE-A57E-D3B5E2F86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4E42C40E-C51C-4D91-B61D-EB35B9452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9A7CE198-B11F-4571-8674-8B425108C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D55E2E6-EFDB-416A-AE16-043AECA13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3439FA3-6C11-4036-B9B8-A52F8BF3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97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6087337-AEDB-49AF-B7DD-7E39438D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8D157955-DF5D-4ACB-8A91-82033FF71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CE3F152-796F-4838-849E-351C19AF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A7CD475-694F-4F94-9726-B078DAA3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A92AE4F-D52C-434F-83A5-84B65CCE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659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887ECE06-98D9-4E5B-BF4F-80A1773B1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D7D02EDC-662F-41C0-9091-A2CF82B3E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9E6EFC5-ECDF-4538-8A11-0E633971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AC5A598-35E8-49F4-A1EF-3F998051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A5278B5-85AB-4DC9-B37F-4EB3B83E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84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8BBD4B1-FF08-477D-9A76-4425D2B7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7B237ED-E37F-4D98-A946-F42448ABE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5CD5921-139A-44E9-B6A4-3BD286018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A5698-EF31-4336-8419-8C6C30F721D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8FC21F3-76EF-4E78-9747-2EADD0A9E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823F4AA-F6FF-4447-96AF-EA115DF43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4049A-009A-437E-B88E-92D4E4262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51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2F0C06E1-16AA-493B-B5D1-8BB5CECD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46" y="1680835"/>
            <a:ext cx="4067175" cy="1581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E6CE3A1A-D90B-476C-B3EA-428BC63A8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754" y="1685270"/>
            <a:ext cx="3000375" cy="876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CC8C197-1FF4-4C89-8B49-052D66E3F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46" y="3891958"/>
            <a:ext cx="4305300" cy="2133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6FD8E49-A310-434A-8B5F-6C977E19E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754" y="3891958"/>
            <a:ext cx="2952750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53946" y="445477"/>
            <a:ext cx="546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 </a:t>
            </a:r>
            <a:endParaRPr lang="uk-UA" dirty="0"/>
          </a:p>
        </p:txBody>
      </p:sp>
      <p:sp>
        <p:nvSpPr>
          <p:cNvPr id="7" name="TextBox 6"/>
          <p:cNvSpPr txBox="1"/>
          <p:nvPr/>
        </p:nvSpPr>
        <p:spPr>
          <a:xfrm>
            <a:off x="758683" y="356116"/>
            <a:ext cx="4695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 ФИО и чисел</a:t>
            </a:r>
            <a:endParaRPr lang="uk-UA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172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9C5A8343-AB03-4A1A-8DD9-B92D9A60C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989221"/>
            <a:ext cx="3876675" cy="2533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7917D3A6-B5B6-4FBD-8836-AF49F5A90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49" y="1989221"/>
            <a:ext cx="3762375" cy="990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76300" y="655082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 имени с возрастом</a:t>
            </a:r>
            <a:endParaRPr lang="uk-U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91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01BD8148-878D-405F-9D7C-BD6EC600A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522" y="1930400"/>
            <a:ext cx="3962400" cy="348615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8" y="1930400"/>
            <a:ext cx="6969125" cy="415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2925" y="581025"/>
            <a:ext cx="7485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Создание элементов формы в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NetBeans</a:t>
            </a:r>
            <a:endParaRPr lang="uk-U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69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DAA6ABC7-B994-4886-8C47-4A9B54FE0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38300"/>
            <a:ext cx="4505325" cy="5219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0B0F2A4-C694-4D1E-BAC7-45625E4B4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980420"/>
            <a:ext cx="3695700" cy="1990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CE76C54-7C1C-45CF-8BD8-99D615530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975" y="9524"/>
            <a:ext cx="3981450" cy="2009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32B8054-14E9-42F8-B50E-86C7C0B6F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914650"/>
            <a:ext cx="4038600" cy="2000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D9068E2E-93E5-4340-99EB-7592497E9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850" y="4905375"/>
            <a:ext cx="4343400" cy="194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81024" y="457200"/>
            <a:ext cx="7362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Создание калькулятора </a:t>
            </a:r>
            <a:endParaRPr lang="uk-U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4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95BF6BC6-E357-456E-B4CF-979186C56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1" y="1695450"/>
            <a:ext cx="6156568" cy="3971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95325" y="457200"/>
            <a:ext cx="7362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Создание проекта игры и написание кода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40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43135"/>
            <a:ext cx="6037334" cy="402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4" y="2243136"/>
            <a:ext cx="6035675" cy="402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81050" y="533400"/>
            <a:ext cx="4610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 работы игры</a:t>
            </a:r>
            <a:endParaRPr lang="uk-U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781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25</Words>
  <Application>Microsoft Office PowerPoint</Application>
  <PresentationFormat>Произвольный</PresentationFormat>
  <Paragraphs>7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 Windows</cp:lastModifiedBy>
  <cp:revision>10</cp:revision>
  <dcterms:created xsi:type="dcterms:W3CDTF">2026-05-14T13:55:53Z</dcterms:created>
  <dcterms:modified xsi:type="dcterms:W3CDTF">2026-05-15T04:27:02Z</dcterms:modified>
</cp:coreProperties>
</file>